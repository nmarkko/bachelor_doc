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6" r:id="rId10"/>
    <p:sldId id="267" r:id="rId11"/>
    <p:sldId id="264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sr-Latn-C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644389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405531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432425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72313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1496528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3905630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1416196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724291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sr-Latn-C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2054348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1068504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C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896264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871DFA16-BECA-4E55-9577-55C006F3E538}" type="datetimeFigureOut">
              <a:rPr lang="sr-Latn-CS" smtClean="0"/>
              <a:t>28.10.2020.</a:t>
            </a:fld>
            <a:endParaRPr lang="sr-Latn-C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sr-Latn-C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012A7A13-1DDC-4B41-9D48-1C378DF4B4A1}" type="slidenum">
              <a:rPr lang="sr-Latn-CS" smtClean="0"/>
              <a:t>‹#›</a:t>
            </a:fld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226041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BC3BA-9DD6-40B5-9BE5-AFFF8D7BFD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Funkcionalna verifikacija MLP IP jezgra za klasifikaciju cifara</a:t>
            </a:r>
            <a:endParaRPr lang="sr-Latn-C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E0E31-7F68-4E68-B72B-6638CC3EDC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r-Latn-RS" dirty="0"/>
              <a:t>Marko Nikić EE86-2015</a:t>
            </a:r>
          </a:p>
          <a:p>
            <a:r>
              <a:rPr lang="sr-Latn-RS" dirty="0"/>
              <a:t>28.10.2020</a:t>
            </a:r>
            <a:endParaRPr lang="sr-Latn-CS" dirty="0"/>
          </a:p>
        </p:txBody>
      </p:sp>
    </p:spTree>
    <p:extLst>
      <p:ext uri="{BB962C8B-B14F-4D97-AF65-F5344CB8AC3E}">
        <p14:creationId xmlns:p14="http://schemas.microsoft.com/office/powerpoint/2010/main" val="3421540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61E23-72A5-45EC-9A38-7076B1DC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Sadržaj</a:t>
            </a:r>
            <a:endParaRPr lang="sr-Latn-C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9320-594E-4986-91A0-EBA37ECF5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sr-Latn-RS" dirty="0"/>
              <a:t>Verifikacioni ciklus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r-Latn-RS" dirty="0"/>
              <a:t>MLP IP jezgro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r-Latn-RS" dirty="0"/>
              <a:t>Verifikacioni plan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r-Latn-RS" dirty="0"/>
              <a:t>Verifikaciono okruzenje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r-Latn-RS" dirty="0"/>
              <a:t>Pokrivenost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r-Latn-RS" dirty="0"/>
              <a:t>Tok verifikacije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r-Latn-RS" dirty="0"/>
              <a:t>Rezultati prikupljanja pokrivenosti</a:t>
            </a:r>
          </a:p>
          <a:p>
            <a:endParaRPr lang="sr-Latn-RS" dirty="0"/>
          </a:p>
          <a:p>
            <a:endParaRPr lang="sr-Latn-CS" dirty="0"/>
          </a:p>
        </p:txBody>
      </p:sp>
    </p:spTree>
    <p:extLst>
      <p:ext uri="{BB962C8B-B14F-4D97-AF65-F5344CB8AC3E}">
        <p14:creationId xmlns:p14="http://schemas.microsoft.com/office/powerpoint/2010/main" val="3000283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88FBD-7943-43A5-8B00-B30158112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Verifikacioni ciklus</a:t>
            </a:r>
            <a:endParaRPr lang="sr-Latn-C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F7BC74-3BD7-4D5C-9147-CAAC34337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744" y="2011363"/>
            <a:ext cx="3478787" cy="3767137"/>
          </a:xfrm>
        </p:spPr>
      </p:pic>
    </p:spTree>
    <p:extLst>
      <p:ext uri="{BB962C8B-B14F-4D97-AF65-F5344CB8AC3E}">
        <p14:creationId xmlns:p14="http://schemas.microsoft.com/office/powerpoint/2010/main" val="150939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AA73CC-D081-4183-9B76-FB94AB690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7903" y="0"/>
            <a:ext cx="5947137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C52512-5110-4F44-AAAD-3283A7DFF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98985"/>
            <a:ext cx="5334744" cy="53347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DFA16B-2037-4FDD-971A-1654180C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224" y="446525"/>
            <a:ext cx="10772775" cy="1658198"/>
          </a:xfrm>
        </p:spPr>
        <p:txBody>
          <a:bodyPr/>
          <a:lstStyle/>
          <a:p>
            <a:r>
              <a:rPr lang="sr-Latn-RS" dirty="0"/>
              <a:t>MLP IP jezgro</a:t>
            </a:r>
            <a:endParaRPr lang="sr-Latn-C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04D14C-F7FD-4723-949B-D34286E5C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028" y="4572000"/>
            <a:ext cx="5524012" cy="210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85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1952F-3029-4D0C-A288-4C521401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Verifikacioni plan</a:t>
            </a:r>
            <a:endParaRPr lang="sr-Latn-C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A0483-9467-493D-A986-8200A3EA7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sr-Latn-RS" dirty="0"/>
              <a:t>Funkcionalnost reseta sistema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dirty="0"/>
              <a:t>Funkcionalnost AXI Lite interfejsa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dirty="0"/>
              <a:t>Ispravnost klasfikacije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 QuestaSim - Mentor Graphics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sr-Latn-RS" dirty="0"/>
              <a:t> coverage-driven constraint random-based functional verification (UVM)</a:t>
            </a:r>
            <a:endParaRPr lang="sr-Latn-CS" dirty="0"/>
          </a:p>
        </p:txBody>
      </p:sp>
    </p:spTree>
    <p:extLst>
      <p:ext uri="{BB962C8B-B14F-4D97-AF65-F5344CB8AC3E}">
        <p14:creationId xmlns:p14="http://schemas.microsoft.com/office/powerpoint/2010/main" val="70036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F82B5-9AF9-451B-A391-295D1D43D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747052" cy="3676788"/>
          </a:xfrm>
        </p:spPr>
        <p:txBody>
          <a:bodyPr/>
          <a:lstStyle/>
          <a:p>
            <a:r>
              <a:rPr lang="sr-Latn-RS" dirty="0"/>
              <a:t>Verifikaciono okruženje</a:t>
            </a:r>
            <a:endParaRPr lang="sr-Latn-C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AFFBA1-E7A1-49E0-9A8B-08CDE62696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9056" y="110828"/>
            <a:ext cx="6356596" cy="6747172"/>
          </a:xfrm>
        </p:spPr>
      </p:pic>
    </p:spTree>
    <p:extLst>
      <p:ext uri="{BB962C8B-B14F-4D97-AF65-F5344CB8AC3E}">
        <p14:creationId xmlns:p14="http://schemas.microsoft.com/office/powerpoint/2010/main" val="3013823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6F8AF-A02F-457D-AAD3-C297FC98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Pokrivenost</a:t>
            </a:r>
            <a:endParaRPr lang="sr-Latn-C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5E7DAC-FD4D-4A75-B805-C61327EEF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1271" y="798548"/>
            <a:ext cx="6175512" cy="5260903"/>
          </a:xfrm>
        </p:spPr>
      </p:pic>
    </p:spTree>
    <p:extLst>
      <p:ext uri="{BB962C8B-B14F-4D97-AF65-F5344CB8AC3E}">
        <p14:creationId xmlns:p14="http://schemas.microsoft.com/office/powerpoint/2010/main" val="3725193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F16B8-8A11-4A01-B5F1-00DB8894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Tok verifikacije</a:t>
            </a:r>
            <a:endParaRPr lang="sr-Latn-C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826B94E-CBD5-4EC0-A8C5-97ABD98990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880" y="2518012"/>
            <a:ext cx="7270514" cy="2753838"/>
          </a:xfrm>
        </p:spPr>
      </p:pic>
    </p:spTree>
    <p:extLst>
      <p:ext uri="{BB962C8B-B14F-4D97-AF65-F5344CB8AC3E}">
        <p14:creationId xmlns:p14="http://schemas.microsoft.com/office/powerpoint/2010/main" val="1785724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F16B8-8A11-4A01-B5F1-00DB8894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Tok verifikacije</a:t>
            </a:r>
            <a:endParaRPr lang="sr-Latn-C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509428-D27B-4B5E-95F9-89930EF64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894" y="2313561"/>
            <a:ext cx="8678486" cy="3162741"/>
          </a:xfrm>
        </p:spPr>
      </p:pic>
    </p:spTree>
    <p:extLst>
      <p:ext uri="{BB962C8B-B14F-4D97-AF65-F5344CB8AC3E}">
        <p14:creationId xmlns:p14="http://schemas.microsoft.com/office/powerpoint/2010/main" val="426206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F16B8-8A11-4A01-B5F1-00DB8894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Tok verifikacije</a:t>
            </a:r>
            <a:endParaRPr lang="sr-Latn-C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F76A90-BBB5-4D58-8E76-DCA9B62153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2556505"/>
            <a:ext cx="10753725" cy="2676853"/>
          </a:xfrm>
        </p:spPr>
      </p:pic>
    </p:spTree>
    <p:extLst>
      <p:ext uri="{BB962C8B-B14F-4D97-AF65-F5344CB8AC3E}">
        <p14:creationId xmlns:p14="http://schemas.microsoft.com/office/powerpoint/2010/main" val="3881124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FE551-2065-4584-9C49-D40E8CEA0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Rezultati prikupljanja pokrivenosti</a:t>
            </a:r>
            <a:endParaRPr lang="sr-Latn-C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49D4CC-DE1C-4C73-9AB5-87EC07E324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702" y="2599901"/>
            <a:ext cx="7894786" cy="1658198"/>
          </a:xfrm>
        </p:spPr>
      </p:pic>
    </p:spTree>
    <p:extLst>
      <p:ext uri="{BB962C8B-B14F-4D97-AF65-F5344CB8AC3E}">
        <p14:creationId xmlns:p14="http://schemas.microsoft.com/office/powerpoint/2010/main" val="4230667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6803-008C-42CE-8AF9-BC3E89287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Q</a:t>
            </a:r>
            <a:r>
              <a:rPr lang="en-US" dirty="0"/>
              <a:t>&amp;A</a:t>
            </a:r>
            <a:endParaRPr lang="sr-Latn-C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E1F92-F997-4218-90D6-2DEC21195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r-Latn-CS"/>
          </a:p>
        </p:txBody>
      </p:sp>
    </p:spTree>
    <p:extLst>
      <p:ext uri="{BB962C8B-B14F-4D97-AF65-F5344CB8AC3E}">
        <p14:creationId xmlns:p14="http://schemas.microsoft.com/office/powerpoint/2010/main" val="1175293904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40</TotalTime>
  <Words>73</Words>
  <Application>Microsoft Office PowerPoint</Application>
  <PresentationFormat>Widescreen</PresentationFormat>
  <Paragraphs>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 Light</vt:lpstr>
      <vt:lpstr>Wingdings</vt:lpstr>
      <vt:lpstr>Metropolitan</vt:lpstr>
      <vt:lpstr>Funkcionalna verifikacija MLP IP jezgra za klasifikaciju cifara</vt:lpstr>
      <vt:lpstr>Sadržaj</vt:lpstr>
      <vt:lpstr>Verifikacioni ciklus</vt:lpstr>
      <vt:lpstr>MLP IP jezgro</vt:lpstr>
      <vt:lpstr>Verifikacioni plan</vt:lpstr>
      <vt:lpstr>Verifikaciono okruženje</vt:lpstr>
      <vt:lpstr>Pokrivenost</vt:lpstr>
      <vt:lpstr>Tok verifikacije</vt:lpstr>
      <vt:lpstr>Tok verifikacije</vt:lpstr>
      <vt:lpstr>Tok verifikacije</vt:lpstr>
      <vt:lpstr>Rezultati prikupljanja pokrivenosti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Funkcionalna verifikacija MLP IP jezgra za klasifikaciju cifara</dc:title>
  <dc:creator>Dusanka Nikic</dc:creator>
  <cp:lastModifiedBy>Dusanka Nikic</cp:lastModifiedBy>
  <cp:revision>9</cp:revision>
  <dcterms:created xsi:type="dcterms:W3CDTF">2020-10-28T11:38:35Z</dcterms:created>
  <dcterms:modified xsi:type="dcterms:W3CDTF">2020-10-28T12:22:35Z</dcterms:modified>
</cp:coreProperties>
</file>